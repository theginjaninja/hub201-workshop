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  <a:latin typeface="Calibri"/>
              </a:defRPr>
            </a:pPr>
            <a:r>
              <a:t>Value Proposition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Hub201 Pre-Acceleration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Based on the Strategyzer Value Proposition Canvas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931920"/>
            <a:ext cx="2103120" cy="38100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Download. Fill in. Be specific. Rate your evidence.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How to Use This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1. Work through each slide in order.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Start with the customer side (who they are, what they need) before the product side (what you offer).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2. Be specific, not generic.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"CISOs at mid-market financial services firms in DACH" is good. "Companies that need security" is not.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3. Rate your evidence for every claim.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Strong: customers told you, you observed it, data proves it.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Moderate: stated commitments, LOIs, verbal agreements.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Weak: opinions, expressions of interest.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Assumption: untested belief.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4. If you cannot fill in a field, that is useful information.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It reveals a gap in your understanding. Note what you need to find out.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5. The Ad Lib statement on Slide 7 is the final output.</a:t>
            </a:r>
          </a:p>
          <a:p>
            <a:pPr>
              <a:spcBef>
                <a:spcPts val="600"/>
              </a:spcBef>
              <a:defRPr sz="1200" b="0">
                <a:solidFill>
                  <a:srgbClr val="0F172A"/>
                </a:solidFill>
                <a:latin typeface="Calibri"/>
              </a:defRPr>
            </a:pPr>
            <a:r>
              <a:t>Everything before it feeds into that single sentence.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Target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Who is the specific person you are selling to? Be as precise as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Persona Nickname (e.g. "Sarah the CISO"):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645920"/>
            <a:ext cx="594360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Type here...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Role / Title: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2377440"/>
            <a:ext cx="594360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Type here...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Company Profile (size, industry, geography):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108960"/>
            <a:ext cx="594360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Type here...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Trigger Event (what makes them ready to buy NOW):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3840480"/>
            <a:ext cx="594360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Type here...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Where do they hang out? (LinkedIn, events, communities):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4572000"/>
            <a:ext cx="594360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Type here...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Calibri"/>
              </a:defRPr>
            </a:pPr>
            <a:r>
              <a:t>Evidence source (how do you know this?):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5303520"/>
            <a:ext cx="594360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Type here...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Customer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What tasks, goals, or problems is the customer trying to accomplish? Include functional, social, and emotional jobs.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645920"/>
            <a:ext cx="6400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Describe the job...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645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Evidence: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645920"/>
            <a:ext cx="22860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Strong / Moderate / Weak / Assumption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560320"/>
            <a:ext cx="6400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Describe the job...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560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Evidence: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560320"/>
            <a:ext cx="22860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Strong / Moderate / Weak / Assumption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Describe the job...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74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Evidence: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3474720"/>
            <a:ext cx="22860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Strong / Moderate / Weak / Assumption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4389120"/>
            <a:ext cx="6400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Describe the job...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389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Evidence: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4389120"/>
            <a:ext cx="22860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Strong / Moderate / Weak / Assumption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5303520"/>
            <a:ext cx="64008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Describe the job...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303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Evidence: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5303520"/>
            <a:ext cx="22860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Strong / Moderate / Weak / Assumption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Pains and Gains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Customer Pains (ranked by severity)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Critical = blocks the job. Major = significant friction. Minor = annoying.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1920240"/>
            <a:ext cx="45720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Pain + severity (Critical/Major/Minor)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2834640"/>
            <a:ext cx="45720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Pain + severity (Critical/Major/Minor)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3749039"/>
            <a:ext cx="45720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Pain + severity (Critical/Major/Minor)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4663440"/>
            <a:ext cx="45720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Pain + severity (Critical/Major/Minor)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77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5577840"/>
            <a:ext cx="45720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Pain + severity (Critical/Major/Minor)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Customer Gains (ranked by relevance)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Essential = must-have. Nice-to-have = would delight.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20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1920240"/>
            <a:ext cx="45720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Gain + relevance (Essential/Nice-to-have)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834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2834640"/>
            <a:ext cx="45720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Gain + relevance (Essential/Nice-to-have)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4903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3749039"/>
            <a:ext cx="45720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Gain + relevance (Essential/Nice-to-have)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63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4663440"/>
            <a:ext cx="45720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Gain + relevance (Essential/Nice-to-have)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577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5577840"/>
            <a:ext cx="45720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Gain + relevance (Essential/Nice-to-have)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Pain Relievers and Gain Creators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Map your product directly to the pains and gains above. Each reliever/creator must connect to a specific pain/gain.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Pain Relievers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Pain #1 from previous slide: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423160"/>
            <a:ext cx="4754880" cy="7315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How does your product relieve this pain?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Pain #2 from previous slide: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794759"/>
            <a:ext cx="4754880" cy="7315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How does your product relieve this pain?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Pain #3 from previous slide: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166359"/>
            <a:ext cx="4754880" cy="7315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How does your product relieve this pain?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D"/>
                </a:solidFill>
                <a:latin typeface="Calibri"/>
              </a:defRPr>
            </a:pPr>
            <a:r>
              <a:t>Gain Creators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Gain #1 from previous slide: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423160"/>
            <a:ext cx="4754880" cy="7315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How does your product create this gain?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Gain #2 from previous slide: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794759"/>
            <a:ext cx="4754880" cy="7315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How does your product create this gain?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Gain #3 from previous slide: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5166359"/>
            <a:ext cx="4754880" cy="73152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How does your product create this gain?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Ad Lib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Fill in each blank to complete your value proposition statement. If you cannot fill in a blank with specifics, that reveals a gap.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011680"/>
            <a:ext cx="822960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[product/service]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helps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651760"/>
            <a:ext cx="822960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[target customer]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who want 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3291840"/>
            <a:ext cx="822960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[job to be done]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by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3931920"/>
            <a:ext cx="822960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[reducing/avoiding this pain]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4572000"/>
            <a:ext cx="822960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[increasing/enabling this gain]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unlike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5212080"/>
            <a:ext cx="822960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[competitive alternative]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52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which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5852160"/>
            <a:ext cx="822960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64748B"/>
                </a:solidFill>
                <a:latin typeface="Calibri"/>
              </a:defRPr>
            </a:pPr>
            <a:r>
              <a:t>[limitation of alternative]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Evidence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Rate the evidence behind each element of your value proposition. Be honest about gaps.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4592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2743200"/>
              </a:tblGrid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Claim</a:t>
                      </a:r>
                    </a:p>
                  </a:txBody>
                  <a:tcPr>
                    <a:solidFill>
                      <a:srgbClr val="EA58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Evidence Source</a:t>
                      </a:r>
                    </a:p>
                  </a:txBody>
                  <a:tcPr>
                    <a:solidFill>
                      <a:srgbClr val="EA58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Strength (Strong/Moderate/Weak/Assumption)</a:t>
                      </a:r>
                    </a:p>
                  </a:txBody>
                  <a:tcPr>
                    <a:solidFill>
                      <a:srgbClr val="EA580D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Target customer 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Customer jobs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Top pain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Top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Pain reliever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Competitive alternative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Calibri"/>
              </a:defRPr>
            </a:pPr>
            <a:r>
              <a:t>AI Coaching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Copy and paste this prompt into ChatGPT or Claude along with your completed slides for coaching feedback.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058400" cy="4754880"/>
          </a:xfrm>
          <a:prstGeom prst="rect">
            <a:avLst/>
          </a:prstGeom>
          <a:solidFill>
            <a:srgbClr val="FFF7ED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F172A"/>
                </a:solidFill>
                <a:latin typeface="Calibri"/>
              </a:defRPr>
            </a:pPr>
            <a:r>
              <a:t>You are a startup coach helping me refine my value proposition. I am building a cybersecurity startup. Here is my draft value proposition work:</a:t>
            </a:r>
            <a:br/>
            <a:br/>
            <a:r>
              <a:t>[PASTE YOUR COMPLETED SLIDES CONTENT HERE]</a:t>
            </a:r>
            <a:br/>
            <a:br/>
            <a:r>
              <a:t>Please coach me through these steps:</a:t>
            </a:r>
            <a:br/>
            <a:r>
              <a:t>1. Challenge my target customer definition. Is it specific enough? Push me for more detail.</a:t>
            </a:r>
            <a:br/>
            <a:r>
              <a:t>2. For each customer job, pain, and gain I listed, ask: "What is your evidence? Is this from customer interviews, observed data, or an assumption?"</a:t>
            </a:r>
            <a:br/>
            <a:r>
              <a:t>3. Check that my pain relievers map directly to specific pains, and gain creators map to specific gains. Flag any that do not connect.</a:t>
            </a:r>
            <a:br/>
            <a:r>
              <a:t>4. Help me climb the ROI Ladder: push each feature claim upward through "which means..." until we reach a measurable business outcome.</a:t>
            </a:r>
            <a:br/>
            <a:r>
              <a:t>5. Review my Ad Lib value proposition statement. Is every blank filled with specifics? Could this sentence describe any other product, or is it uniquely mine?</a:t>
            </a:r>
            <a:br/>
            <a:r>
              <a:t>6. Rate my overall evidence: Strong, Moderate, Weak, or Assumption-Heavy.</a:t>
            </a:r>
            <a:br/>
            <a:r>
              <a:t>7. Name the single biggest assumption that could invalidate my value proposition.</a:t>
            </a:r>
            <a:br/>
            <a:r>
              <a:t>8. Suggest 2-3 specific actions to strengthen my weakest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