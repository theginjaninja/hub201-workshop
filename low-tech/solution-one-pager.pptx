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Solution 1-Pager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Hub201 Pre-Acceleration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 customer-facing document. Lead with outcomes, not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to Use This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This template produces a customer-facing one-pager. Not an investor document.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It is what you send after a first meeting, share at a conference, or leave with a buyer.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Rules: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1. Lead with outcomes, not technology. Every sentence should tell the reader what changes for them.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2. Be specific enough to test. "We help companies improve security" is not a one-pager.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   "We cut SOC alert triage time by 60% for mid-market financial services firms" is.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3. The entire document should fit on a single printed page.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4. The reader should self-select in or out within 10 seconds of reading the first two sections.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Test: Cover your startup name. Does "What Changes" still read as a compelling future state?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If it sounds like a feature list, rewrite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What is broken in the customer's world today? Who feels this pain most? What is the cost of doing nothing? Write from the buyer's perspective, not yours. (Guide: 40-60 words)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problem here...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problems stated as absence of your product, problems so broad they apply to everyone, no cost of inaction stated.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Name the specific buyer profile and the trigger event that makes them care right now. The reader should self-select in or out within seconds. (Guide: 20-30 words)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IT Security Managers at financial services firms (200-2,000 employees) preparing for NIS2 compliance deadlines...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"all companies" targeting, missing the trigger event, describing the user but not the buyer.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What is different in the customer's world after they adopt your solution? Use before/after framing. Quantify wherever possible. (Guide: 40-60 words)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84632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customer's world before your solution...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After: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484632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customer's world after your solution...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feature lists in disguise, no quantification, written about the product rather than the customer's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 only section where features appear, framed as mechanisms that deliver the outcome above. Plain language. A non-technical buyer should follow this. (Guide: 40-60 words, 3-4 bullets)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6012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it works in plain language...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017520"/>
            <a:ext cx="96012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it works in plain language...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023360"/>
            <a:ext cx="96012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it works in plain language...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029200"/>
            <a:ext cx="96012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how it works in plain language...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technical jargon, more than 4 bullets, features that do not connect to the outcome in "What Changes".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Customer quotes, pilot results, metrics, certifications, or notable early adopters. If you have no proof yet, state what you plan to prove and how. (Guide: 20-40 words, 2-3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60120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Evidence point...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 strength: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880360"/>
            <a:ext cx="27432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Emerging / 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960120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Evidence point...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 strength: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160520"/>
            <a:ext cx="27432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Emerging / 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572000"/>
            <a:ext cx="960120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Evidence point...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 strength: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5440680"/>
            <a:ext cx="27432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Emerging /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no proof and no plan to get proof, vanity metrics, proof that does not relate to the claimed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One clear call to action. Not two options. Not "contact us to learn more." A specific next step that moves the relationship forward. (Guide: 10-15 words)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Book a 30-minute technical walkthrough with a live demo of your own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Good examples: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"Book a 30-minute technical walkthrough with a live demo of your own data."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"Start a free 14-day pilot. Setup takes under 2 hours."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alibri"/>
              </a:defRPr>
            </a:pPr>
            <a:r>
              <a:t>"Request a compliance gap assessment. We will map your NIS2 readiness in one session."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Watch for: vague CTAs, multiple CTAs competing, CTAs that require too much commitment too 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AI Coaching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Copy and paste this prompt into ChatGPT or Claude along with your completed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4754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You are a startup coach helping me create a customer-facing solution one-pager. I am building a cybersecurity startup. Here is my draft:</a:t>
            </a:r>
            <a:br/>
            <a:br/>
            <a:r>
              <a:t>[PASTE YOUR COMPLETED SLIDES CONTENT HERE]</a:t>
            </a:r>
            <a:br/>
            <a:br/>
            <a:r>
              <a:t>Please coach me through these tests:</a:t>
            </a:r>
            <a:br/>
            <a:r>
              <a:t>1. Relevance test: If a customer reads only "The Problem" and "Who This Is For", will they know immediately if this is relevant to them?</a:t>
            </a:r>
            <a:br/>
            <a:r>
              <a:t>2. Clarity test: Can a non-technical buyer (CFO, compliance officer) understand "How It Works" without asking for explanations?</a:t>
            </a:r>
            <a:br/>
            <a:r>
              <a:t>3. Outcome test: Is "What Changes" about my product or about what changes for the customer? Cover the product name. Does it still read as a compelling future state?</a:t>
            </a:r>
            <a:br/>
            <a:r>
              <a:t>4. Evidence test: Do I have any proof? If not, what is the fastest path to getting some?</a:t>
            </a:r>
            <a:br/>
            <a:r>
              <a:t>5. Inbox test: Would you respond to this if it landed in your inbox on a busy Tuesday? If not, what would make you open it?</a:t>
            </a:r>
            <a:br/>
            <a:r>
              <a:t>6. Word count check: Does the whole thing fit on one page? If not, what should be cut?</a:t>
            </a:r>
            <a:br/>
            <a:r>
              <a:t>7. Rate the overall one-pager: Strong, Moderate, Weak, or needs more customer discovery before this document can work.</a:t>
            </a:r>
            <a:br/>
            <a:r>
              <a:t>8. Name the single weakest section and suggest how to fix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