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Differentiation Statement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Hub201 Pre-Acceleration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Based on Maja Voje and April Dunford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to Use This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1. Start with what you do differently. One or two sentences only.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2. List the evidence that supports your differentiation claim.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3. Assess your defensibility. What stops a funded competitor from copying you?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4. Identify your path to market (Whitespace, Adjacency, or 10x Better).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5. Assemble the full statement using the MVP positioning format.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Key test for every claim: Does your competitor also have this? If yes, it is a qualifier (table stakes), not a differentiator.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Second test: Do customers actually care about this? If no, it is irrelevant.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Only assets that pass BOTH tests are true differentiators. Most startups have 1-2 at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We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 1-2 sentences, what is the core thing you do that competitors do not? Be specific, not abstract.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your differentiation claim here...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Self-check 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Can your competitors also do this? If yes, it is a qualifier, not a differentiator.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Have customers told you this matters to them? If no, it may be irrelevant.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Can you quantify it? "Faster" means nothing. "10x faster" means something.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If you copied your competitor's name onto this claim, would it still be true? If yes, it is not differentiation.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Evidence for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What proof do you have? Customer quotes, pilot data, win/loss analysis, market research.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22860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Item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/ Detail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Strong / Moderate / Weak / Assumption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Strong / Moderate / Weak / Assumption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Strong / Moderate / Weak / Assumption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Strong / Moderate / Weak / Assumption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What stops a well-funded competitor from copying your approach? Tick all that apply and describe.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Each new user makes the product more valuable for all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737360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Proprietary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Data you have collected that competitors cannot easily reproduce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514600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Regulatory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Certifications, approvals, or regulatory relationships that take years to obtain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291839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69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Switching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43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Deep integration into customer workflows that makes replacement painful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069079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Brand /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Reputation and credibility built over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846320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Speed to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Being first (weakest form, a funded competitor can close a 6-month gap quickly)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5623560"/>
            <a:ext cx="62179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this applies to you...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Path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Which path describes your competitive entry? Choose one and explain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Whitespace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Nobody has tried this yet. You are creating a new category or solving a problem nobody else recognised.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Why nobody else has done this: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57400"/>
            <a:ext cx="53035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Explain...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91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Adjacency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More than one dimension different from the nearest major player. Cost and customer sharing below 90% overlap.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Which dimensions are you different on: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11879"/>
            <a:ext cx="53035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Explain...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[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10x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Same thing as competitors but dramatically, measurably superior on a dimension buyers care about.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What metric proves you are 10x better: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5166359"/>
            <a:ext cx="53035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Explain...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Full Differentiation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Combine the Market Track and Product Track into a single positioning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Market Track (demand side)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Champion: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194560"/>
            <a:ext cx="29260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Company Type: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743200"/>
            <a:ext cx="29260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Use Case: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291840"/>
            <a:ext cx="29260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840480"/>
            <a:ext cx="29260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Product Track (supply side)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Category: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2004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Top Capability: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743200"/>
            <a:ext cx="32004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Top Feature: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291840"/>
            <a:ext cx="32004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Main Benefit: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840480"/>
            <a:ext cx="32004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Combined Statement: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For [Champion] at [Company Type] who need to [Use Case], [Product] is a [Category] that [Main Benefit]. Unlike [Competitive Alternative], we [Key Differentiator].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AI Coaching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Copy and paste this prompt into ChatGPT or Claude along with your completed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4754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You are a startup coach helping me refine my differentiation statement. I am building a cybersecurity startup. Here is my draft:</a:t>
            </a:r>
            <a:br/>
            <a:br/>
            <a:r>
              <a:t>[PASTE YOUR COMPLETED SLIDES CONTENT HERE]</a:t>
            </a:r>
            <a:br/>
            <a:br/>
            <a:r>
              <a:t>Please coach me through these steps:</a:t>
            </a:r>
            <a:br/>
            <a:r>
              <a:t>1. Challenge my differentiation claim. Do my competitors also have this? If yes, it is a qualifier, not a differentiator.</a:t>
            </a:r>
            <a:br/>
            <a:r>
              <a:t>2. Check whether customers have confirmed this differentiator matters. Opinions are not evidence.</a:t>
            </a:r>
            <a:br/>
            <a:r>
              <a:t>3. Assess my defensibility. If a well-funded competitor copied my approach tomorrow, how long to reach parity? If less than 6 months, my differentiation is fragile.</a:t>
            </a:r>
            <a:br/>
            <a:r>
              <a:t>4. Review my path choice (Whitespace / Adjacency / 10x Better). Does the evidence support it?</a:t>
            </a:r>
            <a:br/>
            <a:r>
              <a:t>5. Check my MVP positioning statement. Can every blank be filled with specifics? Could this statement describe three other companies? If yes, it is not positioning.</a:t>
            </a:r>
            <a:br/>
            <a:r>
              <a:t>6. Run the Frankensoft test: can I describe my product in one sentence? Do different team members give different descriptions?</a:t>
            </a:r>
            <a:br/>
            <a:r>
              <a:t>7. Rate my overall differentiation: Strong, Moderate, Weak, or Assumption-Heavy.</a:t>
            </a:r>
            <a:br/>
            <a:r>
              <a:t>8. Name the single biggest risk to my differentiation and suggest how to address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